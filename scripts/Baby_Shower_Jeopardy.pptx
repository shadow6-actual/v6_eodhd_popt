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Hatch-Baby-Machine-Trainer-Soother/dp/B08QVG975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Hatch-Portable-Baby-Soothing-Registry/dp/B0C5S8VB2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SNOObear-White-Noise-Machine-Cry-Activated/dp/B08KTK6MW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Happiest-Baby-SNOObie-Smart-Machine/dp/B0DL897TF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SNOO-Smart-Sleeper-Happiest-Baby/dp/B0716KN18Z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Ergobaby-Ergonomic-Carrier-Positions-Midnight/dp/B07B41952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Ergobaby-Ergonomic-Carrier-Positions-Midnight/dp/B07B41952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Ergobaby-Ergonomic-Carrier-Positions-Midnight/dp/B07B41952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Ergobaby-Ergonomic-Carrier-Positions-Midnight/dp/B07B41952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Ergobaby-Ergonomic-Carrier-Positions-Midnight/dp/B07B41952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Graco-SnugRide-SnugLock-Infant-adjustable/dp/B01MTM3I9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UPPAbaby-Installation-Innovative-SmartSecure-Technology/dp/B0DMTLT7R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Chicco-Rear-Facing-Infants-Compatible-Strollers/dp/B089HG2QT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UPPAbaby-Lightweight-Portability-Included-Attachment/dp/B0CVBNKXZ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Chicco-Rear-Facing-Infants-Compatible-Strollers/dp/B089HG2QT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Dr-Browns-Options-Bottle-4-Pack/dp/B01845QH7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Philips-Temperature-Control-Automatic-Shut-Off/dp/B0876T9DQZ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Sterilizer-HIYAKOI-Electric-Bottles-Essentials/dp/B0D474DSB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Baby-Brezza-Formula-Pro-Advanced-Formula-Dispenser-White/dp/B07MYW28Q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Hatch-Baby-Changing-Scale-Limited/dp/B07L3B38N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Keekaroo-0130009KR-0001-Peanut-Changer-Vanilla/dp/B00KSW970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Changing-Foldable-Wipeable-Resistant-Portable/dp/B0C1TP5SZ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Parker-Baby-Diaper-Caddy-Organizer/dp/B0BGMKLZV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Dyson-PH03-Purifier-Humidify-Cool/dp/B0BRLBCT9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azon.com/stores/LOVEVERY/page/2CD7D8E0-F2EE-451B-8A33-0D61AC3F707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A8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SHOWER JEOPARDY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Baby Registry Edition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→ to begin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BOARD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47472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SOUND MACHINES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CARRIERS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 SEATS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FEEDING ESSENTIALS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NURSERY GEAR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take turns selecting a category and point value. Answer in the form of a question!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MACHINES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brand's "Rest" machine combines a night light, sound machine, and time-to-rise alarm clock, and it's app-controlled via Wi-Fi.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Hatch?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https://www.amazon.com/Hatch-Baby-Machine-Trainer-Soother/dp/B08QVG9759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MACHINES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portable sound machine clips onto strollers, has multiple soothing sounds, and was designed as Hatch’s go-anywhere white noise solution.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Hatch Go?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https://www.amazon.com/Hatch-Portable-Baby-Soothing-Registry/dp/B0C5S8VB2K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MACHINES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cute plush bear responds to baby's cries and plays white noise for 30 or 60 minutes, designed by Dr. Harvey Karp.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SNOObear?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https://www.amazon.com/SNOObear-White-Noise-Machine-Cry-Activated/dp/B08KTK6MW6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MACHINES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3-in-1 device from Happiest Baby serves as a white noise machine, customizable nightlight, and toddler sleep trainer.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SNOObie?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https://www.amazon.com/Happiest-Baby-SNOObie-Smart-Machine/dp/B0DL897TFS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MACHINES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smart bassinet automatically rocks and plays white noise, responding to baby's cries with four levels of soothing motion.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SNOO?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https://www.amazon.com/SNOO-Smart-Sleeper-Happiest-Baby/dp/B0716KN18Z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CARRIERS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brand makes the "Omni Classic" carrier that supports babies from 7–45 pounds in multiple positions.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Ergobaby?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https://www.amazon.com/Ergobaby-Ergonomic-Carrier-Positions-Midnight/dp/B07B41952V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CARRIERS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type of baby-wearing product wraps around the parent's body and is ideal for newborns from day one.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baby wrap (or wrap carrier)?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https://www.amazon.com/Ergobaby-Ergonomic-Carrier-Positions-Midnight/dp/B07B41952V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CARRIERS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Ergobaby feature ensures baby sits in a natural, hip-healthy position with knees above bottom.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ergonomic design (or the M-position)?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https://www.amazon.com/Ergobaby-Ergonomic-Carrier-Positions-Midnight/dp/B07B41952V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CARRIERS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carrier accessory provides extra back support for parents during extended wearing sessions.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lumbar support?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https://www.amazon.com/Ergobaby-Ergonomic-Carrier-Positions-Midnight/dp/B07B41952V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CARRIERS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Ergobaby carriers are certified by this organization that verifies products meet strict safety standards.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JPMA (Juvenile Products Manufacturers Association)?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https://www.amazon.com/Ergobaby-Ergonomic-Carrier-Positions-Midnight/dp/B07B41952V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popular brand makes the "SnugRide 35 Lite LX" infant car seat known for its affordable price.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Graco?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https://www.amazon.com/Graco-SnugRide-SnugLock-Infant-adjustable/dp/B01MTM3I9M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premium brand makes the "MESA" infant car seat and the "VISTA" stroller system.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UPPAbaby?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https://www.amazon.com/UPPAbaby-Installation-Innovative-SmartSecure-Technology/dp/B0DMTLT7RD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Italian brand makes the "KeyFit 35," known for being one of the easiest seats to install.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Chicco?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https://www.amazon.com/Chicco-Rear-Facing-Infants-Compatible-Strollers/dp/B089HG2QTT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UPPAbaby Aria car seat weighs only this many pounds, making it one of the lightest carriers on the market.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6.5 pounds?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https://www.amazon.com/UPPAbaby-Lightweight-Portability-Included-Attachment/dp/B0CVBNKXZS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Lower Anchor and Tether system allows car seats to be installed without using the vehicle's seat belt.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LATCH?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https://www.amazon.com/Chicco-Rear-Facing-Infants-Compatible-Strollers/dp/B089HG2QTT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FEEDING ESSENTIALS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brand makes anti-colic bottles with distinctive blue vent inserts to reduce gas.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Dr. Brown's?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https://www.amazon.com/Dr-Browns-Options-Bottle-4-Pack/dp/B01845QH7M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FEEDING ESSENTIALS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device heats bottles quickly and is available in "fast" and premium versions from Philips Avent.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bottle warmer?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https://www.amazon.com/Philips-Temperature-Control-Automatic-Shut-Off/dp/B0876T9DQZ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FEEDING ESSENTIALS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countertop machine sanitizes and dries bottles, pacifiers, and pump parts with hot steam and warm air.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sterilizer (or sterilizer and dryer)?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https://www.amazon.com/Sterilizer-HIYAKOI-Electric-Bottles-Essentials/dp/B0D474DSB6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FEEDING ESSENTIALS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automatic machine from Baby Brezza dispenses formula at the touch of a button.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formula dispenser (or the Formula Pro)?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https://www.amazon.com/Baby-Brezza-Formula-Pro-Advanced-Formula-Dispenser-White/dp/B07MYW28QR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FEEDING ESSENTIALS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Hatch product is a smart changing pad with a built-in wireless scale that tracks baby's weight gain through an app.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Hatch Grow?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https://www.amazon.com/Hatch-Baby-Changing-Scale-Limited/dp/B07L3B38N2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NURSERY GEAR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foam changing pad is waterproof and often called a "Peanut" due to its shape.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Keekaroo Peanut Changer?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https://www.amazon.com/Keekaroo-0130009KR-0001-Peanut-Changer-Vanilla/dp/B00KSW970Y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NURSERY GEAR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portable item from Gathre is perfect for on-the-go diaper changes when away from home.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portable changing pad (or mat)?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https://www.amazon.com/Changing-Foldable-Wipeable-Resistant-Portable/dp/B0C1TP5SZ6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NURSERY GEAR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organizing caddy holds diapers, wipes, and creams and can be carried from room to room.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diaper caddy?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https://www.amazon.com/Parker-Baby-Diaper-Caddy-Organizer/dp/B0BGMKLZVX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NURSERY GEAR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air-purifying appliance from Dyson combines a purifier with this function to add moisture to nursery air.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humidifier?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https://www.amazon.com/Dyson-PH03-Purifier-Humidify-Cool/dp/B0BRLBCT9G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NURSERY GEAR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subscription-style brand from Lovevery delivers age-appropriate developmental toys often called "Play Kits."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E8F4F3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Lovevery (or Lovevery Play Kits)?</a:t>
            </a:r>
            <a:endParaRPr lang="en-US" sz="2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https://www.amazon.com/stores/LOVEVERY/page/2CD7D8E0-F2EE-451B-8A33-0D61AC3F707C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5EA8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SCORES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1: _____________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2: _____________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Congratulations to the winners!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2025-11-16T18:02:34Z</dcterms:created>
  <dcterms:modified xsi:type="dcterms:W3CDTF">2025-11-16T18:02:34Z</dcterms:modified>
</cp:coreProperties>
</file>